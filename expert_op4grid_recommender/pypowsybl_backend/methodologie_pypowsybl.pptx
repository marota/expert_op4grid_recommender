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1C7293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2560320"/>
            <a:ext cx="2286000" cy="2286000"/>
          </a:xfrm>
          <a:prstGeom prst="ellipse">
            <a:avLst/>
          </a:prstGeom>
          <a:solidFill>
            <a:srgbClr val="00A89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6858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Méthodologie de développement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 backend pypowsybl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pas à pas — Du prototype Grid2Op au backend pypowsybl natif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749040"/>
            <a:ext cx="22860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023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Expert_op4grid_recommender  •  Avril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Contexte &amp; Motivation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374904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280160"/>
            <a:ext cx="3749040" cy="54864"/>
          </a:xfrm>
          <a:prstGeom prst="rect">
            <a:avLst/>
          </a:prstGeom>
          <a:solidFill>
            <a:srgbClr val="E0525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508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— Architecture Grid2Op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grid2op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lightsim2grid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pypowsybl2grid (pont)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pypowsybl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E0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dépendances intermédiaires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374904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280160"/>
            <a:ext cx="374904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08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— Backend natif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201168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pypowsybl (direct)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identique conservée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alphaDeesp toujours compatible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dépendance intermédiaire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023360" y="23774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Stratégie : reproduction incrémentale de résultats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couche validée en reproduisant les résultats du backend Grid2Op existant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2514600" cy="2743200"/>
          </a:xfrm>
          <a:prstGeom prst="rect">
            <a:avLst/>
          </a:prstGeom>
          <a:solidFill>
            <a:srgbClr val="162B4D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91640"/>
            <a:ext cx="25146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9659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17320" y="198424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brute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7432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flow, flux, rho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Grandeurs physiques identiques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29000" y="1691640"/>
            <a:ext cx="2514600" cy="2743200"/>
          </a:xfrm>
          <a:prstGeom prst="rect">
            <a:avLst/>
          </a:prstGeom>
          <a:solidFill>
            <a:srgbClr val="162B4D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1691640"/>
            <a:ext cx="251460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3" name="Shape 11"/>
          <p:cNvSpPr/>
          <p:nvPr/>
        </p:nvSpPr>
        <p:spPr>
          <a:xfrm>
            <a:off x="3566160" y="196596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206240" y="198424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expert E2E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11880" y="27432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Graphe d'overflow, filtrage,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→ Mêmes actions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1691640"/>
            <a:ext cx="2514600" cy="2743200"/>
          </a:xfrm>
          <a:prstGeom prst="rect">
            <a:avLst/>
          </a:prstGeom>
          <a:solidFill>
            <a:srgbClr val="162B4D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691640"/>
            <a:ext cx="25146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9" name="Shape 17"/>
          <p:cNvSpPr/>
          <p:nvPr/>
        </p:nvSpPr>
        <p:spPr>
          <a:xfrm>
            <a:off x="6355080" y="196596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995160" y="198424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réel RTE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0" y="27432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de test RTE avec topologie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nodale réelle → Validation terrain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6 phases de développement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24688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234440"/>
            <a:ext cx="54864" cy="1554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34440" y="13716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NetworkManager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8745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B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réseau + variantes + load flow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0" y="1234440"/>
            <a:ext cx="24688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1234440"/>
            <a:ext cx="54864" cy="1554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069080" y="13716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TopologyManager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0" y="18745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B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 avec conventions Grid2Op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1234440"/>
            <a:ext cx="24688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1234440"/>
            <a:ext cx="54864" cy="1554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903720" y="13716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&amp; Action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18745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B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compatible Grid2Op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063240"/>
            <a:ext cx="24688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3063240"/>
            <a:ext cx="54864" cy="1554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234440" y="32004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ActionSpace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37033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B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Parseur d'actions Grid2Op → closures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0" y="3063240"/>
            <a:ext cx="24688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74720" y="3063240"/>
            <a:ext cx="54864" cy="1554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069080" y="32004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SimulationEnvironment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657600" y="37033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B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d'entrée unifié (= grid2op.make)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09360" y="3063240"/>
            <a:ext cx="24688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09360" y="3063240"/>
            <a:ext cx="54864" cy="1554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903720" y="32004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OverflowAnalysis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92240" y="37033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B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Remplacement alphaDeesp simulation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— NetworkManager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couche la plus basse : accès direct au réseau pypowsybl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78638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417320"/>
            <a:ext cx="54864" cy="7772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4904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Chargement réseau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149047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B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XIIDM / CGMES ou réseau déjà chargé en mémoire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331720"/>
            <a:ext cx="78638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331720"/>
            <a:ext cx="54864" cy="7772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4048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variantes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0" y="240487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B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→ Modifie → Load flow → Supprime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B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 la mécanique Grid2Op pour les simulations what-if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246120"/>
            <a:ext cx="78638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246120"/>
            <a:ext cx="54864" cy="7772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3192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flow AC/DC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57600" y="331927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B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RTE par défaut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B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DC si AC diverge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B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en mode "slow" si "fast" échoue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114800"/>
            <a:ext cx="7863840" cy="64008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114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dès le départ : mappings nom→indice en O(1), listes pré-calculées par poste, limites thermiques en arrays numpy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 — Observation &amp; Action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Reproduction fidèle de l'API Grid2Op : PypowsyblObservation + PypowsyblAction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3749040" cy="3017520"/>
          </a:xfrm>
          <a:prstGeom prst="rect">
            <a:avLst/>
          </a:prstGeom>
          <a:solidFill>
            <a:srgbClr val="162B4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45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PypowsyblObservation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rho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taux de charge des lignes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line_status, topo_vect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état topologique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p_or, p_ex, theta_or, theta_ex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flux et angles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simulate(action)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(obs, reward, done, info)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554480"/>
            <a:ext cx="3749040" cy="3017520"/>
          </a:xfrm>
          <a:prstGeom prst="rect">
            <a:avLst/>
          </a:prstGeom>
          <a:solidFill>
            <a:srgbClr val="162B4D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645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simulate() — flux d'exécution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2194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Clone la variante courante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120640" y="2505456"/>
            <a:ext cx="2286000" cy="9144"/>
          </a:xfrm>
          <a:prstGeom prst="rect">
            <a:avLst/>
          </a:prstGeom>
          <a:solidFill>
            <a:srgbClr val="7B94B0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2606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Applique l'action via closures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120640" y="2916936"/>
            <a:ext cx="2286000" cy="9144"/>
          </a:xfrm>
          <a:prstGeom prst="rect">
            <a:avLst/>
          </a:prstGeom>
          <a:solidFill>
            <a:srgbClr val="7B94B0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3017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Exécute le load flow (fast mode)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120640" y="3328416"/>
            <a:ext cx="2286000" cy="9144"/>
          </a:xfrm>
          <a:prstGeom prst="rect">
            <a:avLst/>
          </a:prstGeom>
          <a:solidFill>
            <a:srgbClr val="7B94B0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3429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Crée une nouvelle observation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120640" y="3739896"/>
            <a:ext cx="2286000" cy="9144"/>
          </a:xfrm>
          <a:prstGeom prst="rect">
            <a:avLst/>
          </a:prstGeom>
          <a:solidFill>
            <a:srgbClr val="7B94B0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3840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Nettoie la variante temporaire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4 — ActionSpace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parseur d'actions Grid2Op → closures pypowsybl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25146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234440"/>
            <a:ext cx="25146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417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LineStatusAction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192024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7B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Déconnexion / reconnexion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7B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lignes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29000" y="1234440"/>
            <a:ext cx="25146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1234440"/>
            <a:ext cx="251460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1417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SwitchAction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11880" y="192024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7B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Manipulation des switches pypowsybl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7B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(disjoncteurs, coupleurs, sectionneurs)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1234440"/>
            <a:ext cx="25146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234440"/>
            <a:ext cx="25146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417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BusAction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0" y="192024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7B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Changement de bus par élément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7B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Merge/split via coupleurs COUPL/TRO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657600"/>
            <a:ext cx="78638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657600"/>
            <a:ext cx="54864" cy="1097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749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clé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4114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B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BusAction.apply() sépare les lignes/trafos en listes batch (à déconnecter vs reconnecter)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B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 utilise des appels groupés net.update_lines() / net.update_2_windings_transformers()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6 — OverflowAnalysis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partie la plus complexe : remplacement d'alphaDeesp Grid2opSimulation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3749040" cy="2926080"/>
          </a:xfrm>
          <a:prstGeom prst="rect">
            <a:avLst/>
          </a:prstGeom>
          <a:solidFill>
            <a:srgbClr val="162B4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45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OverflowSimulator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 le calcul PTDF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Flux de base depuis l'observation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Déconnexion batch des lignes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Calcul des deltas de flux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Traitement des swaps de direction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compute_flow_changes_and_rho()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Fusionne 2 passes en 1 seule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554480"/>
            <a:ext cx="3749040" cy="2926080"/>
          </a:xfrm>
          <a:prstGeom prst="rect">
            <a:avLst/>
          </a:prstGeom>
          <a:solidFill>
            <a:srgbClr val="162B4D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645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AlphaDeespAdapter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214884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 vers alphaDeesp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Présente l'interface attendue par :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8C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OverFlowGraph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8C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Structured_Overload_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8C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Distribution_Graph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même algorithme de graphe est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utilisé — seule la source de données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flux change.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en couches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1600" y="1097280"/>
            <a:ext cx="6400800" cy="64008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645920" y="1143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SimulationEnvironment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45920" y="14447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d'entrée (remplace grid2op.make)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71600" y="1828800"/>
            <a:ext cx="6400800" cy="64008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645920" y="1874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PypowsyblObservation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645920" y="21762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état réseau, interface Grid2Op, simulate()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371600" y="2560320"/>
            <a:ext cx="6400800" cy="640080"/>
          </a:xfrm>
          <a:prstGeom prst="rect">
            <a:avLst/>
          </a:prstGeom>
          <a:solidFill>
            <a:srgbClr val="00A896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645920" y="2606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ActionSpace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45920" y="29077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LineStatus + Switch + Bus Actions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371600" y="3291840"/>
            <a:ext cx="6400800" cy="64008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645920" y="3337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NetworkManager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645920" y="363931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réseau + variantes + load flow + caching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371600" y="4023360"/>
            <a:ext cx="6400800" cy="548640"/>
          </a:xfrm>
          <a:prstGeom prst="rect">
            <a:avLst/>
          </a:prstGeom>
          <a:solidFill>
            <a:srgbClr val="21295C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645920" y="4069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pypowsybl.Network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645920" y="43708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Bibliothèque native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955280" y="1828800"/>
            <a:ext cx="54864" cy="21031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0" y="1325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OverflowSimulator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B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AlphaDeespAdapter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vagues d'optimisation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2514600" cy="3017520"/>
          </a:xfrm>
          <a:prstGeom prst="rect">
            <a:avLst/>
          </a:prstGeom>
          <a:solidFill>
            <a:srgbClr val="162B4D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371600"/>
            <a:ext cx="25146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600200"/>
            <a:ext cx="54864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002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6002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Boucles Python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df.loc partout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Timers sur chaque étape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29000" y="1371600"/>
            <a:ext cx="2514600" cy="3017520"/>
          </a:xfrm>
          <a:prstGeom prst="rect">
            <a:avLst/>
          </a:prstGeom>
          <a:solidFill>
            <a:srgbClr val="162B4D"/>
          </a:solidFill>
          <a:ln/>
        </p:spPr>
      </p:sp>
      <p:sp>
        <p:nvSpPr>
          <p:cNvPr id="11" name="Shape 9"/>
          <p:cNvSpPr/>
          <p:nvPr/>
        </p:nvSpPr>
        <p:spPr>
          <a:xfrm>
            <a:off x="3429000" y="1371600"/>
            <a:ext cx="251460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Shape 10"/>
          <p:cNvSpPr/>
          <p:nvPr/>
        </p:nvSpPr>
        <p:spPr>
          <a:xfrm>
            <a:off x="3566160" y="1600200"/>
            <a:ext cx="548640" cy="3200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16002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51960" y="16002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11880" y="219456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Mappings nom → indice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Éléments par poste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thermiques en numpy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1371600"/>
            <a:ext cx="2514600" cy="3017520"/>
          </a:xfrm>
          <a:prstGeom prst="rect">
            <a:avLst/>
          </a:prstGeom>
          <a:solidFill>
            <a:srgbClr val="162B4D"/>
          </a:solidFill>
          <a:ln/>
        </p:spPr>
      </p:sp>
      <p:sp>
        <p:nvSpPr>
          <p:cNvPr id="17" name="Shape 15"/>
          <p:cNvSpPr/>
          <p:nvPr/>
        </p:nvSpPr>
        <p:spPr>
          <a:xfrm>
            <a:off x="6217920" y="1371600"/>
            <a:ext cx="25146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Shape 16"/>
          <p:cNvSpPr/>
          <p:nvPr/>
        </p:nvSpPr>
        <p:spPr>
          <a:xfrm>
            <a:off x="6355080" y="1600200"/>
            <a:ext cx="548640" cy="3200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16002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16002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Vectorisation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0" y="219456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.reindex() / .map()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vectorisé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disconnect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de passes load flow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B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observation_timers.py = témoin fossile de la transition V1 → V2/V3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286000"/>
            <a:ext cx="4572000" cy="4572000"/>
          </a:xfrm>
          <a:prstGeom prst="ellipse">
            <a:avLst/>
          </a:prstGeom>
          <a:solidFill>
            <a:srgbClr val="1C7293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-1371600"/>
            <a:ext cx="2743200" cy="2743200"/>
          </a:xfrm>
          <a:prstGeom prst="ellipse">
            <a:avLst/>
          </a:prstGeom>
          <a:solidFill>
            <a:srgbClr val="00A896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Points clés à retenir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1389888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couche par couche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6002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couche validée indépendamment avant de passer à la suivante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2103120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19933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par reproduction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23134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résultats Grid2Op servent de référence à chaque niveau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2816352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270662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interchangeable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3026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même pipeline expert tourne avec les deux backends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3529584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341985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progressive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373989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Fonctionnel d'abord, puis cache, puis vectorisation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4242816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1188720" y="41330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sur réseau réel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44531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Testé sur des modèles de réseau RTE, pas seulement IEEE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Méthodologie de développement du backend pypowsybl</dc:title>
  <dc:subject>PptxGenJS Presentation</dc:subject>
  <dc:creator>Antoine</dc:creator>
  <cp:lastModifiedBy>Antoine</cp:lastModifiedBy>
  <cp:revision>1</cp:revision>
  <dcterms:created xsi:type="dcterms:W3CDTF">2026-04-18T10:19:18Z</dcterms:created>
  <dcterms:modified xsi:type="dcterms:W3CDTF">2026-04-18T10:19:18Z</dcterms:modified>
</cp:coreProperties>
</file>